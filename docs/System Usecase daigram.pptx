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E9AB-5D82-3FC5-75DA-D35A99936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657E2-5F7C-1D03-2DDC-F7804FE50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65695-462F-B06D-CCDE-AC5B3118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8D51E-E1C7-BED8-5CC4-E41E36AE7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3ADF0-C824-C11A-461D-E6AD86F1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2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77E8-BC49-3848-7E67-955A0FE5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1AD79-7800-B559-1013-F180DBBCA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E3C38-B6FB-922C-E8E2-A8F7D0FB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B906-2C20-4C71-A830-6D3745B8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D1C6F-2A21-9358-42FA-6C624A7D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F84-3BE2-C66C-81AA-487CC75A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875F6-7DD4-4844-2B08-EE11F728C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A9763-6AF7-070D-C928-6B6F2F2E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0DEEE-983E-1828-6E03-0FB04A8B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3A1BE-437B-E397-BF96-1AAAA175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2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C751-7094-316F-17C0-B08CB3CE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B277E-3100-A75A-DC09-07B210D4C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510DF-0129-CCAF-C91E-1617CAC0B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24014-2B0B-F8CF-8193-382E48AF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9444B-258A-AFB0-28EB-030DB67F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0D0CF-40EB-4D7D-E34F-EC6B9939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0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71F9-19F0-22AA-B3A2-89396272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5319D-831E-9FF2-08E2-C16DDCB10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C52DD-87EB-FE8B-EBA1-FADDF3A75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8C25F2-2C71-C035-EC0F-844DC9A6B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C45B4-18EC-3A32-F4CC-691555CE9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2E9D1-C0E9-961B-6286-33D7FF79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4CC94-11D8-F779-9BBF-3D51186C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D8487-5662-821A-C4C4-9C4EDB37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AB33F-D4AC-BD4D-99CC-802F17A2E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127FB-7F45-784B-7256-0DDBB6F8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6BFA-E54B-8684-78FD-266860F8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3AD6E-B5F8-24F5-8B33-E49EEF2F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31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4878A-CC84-0290-F174-F5B0691B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C103B-46C1-EB60-EC77-43A96E2F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766CA-1F95-6419-25C2-56B533FF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7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BEF8-5549-D710-062B-DDAEF011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97392-4922-9ABF-0E28-A0BDF2AE0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35E34-2182-6B82-5408-42C60ACAC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F5316-0C00-C65E-3D99-8E659C007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D17D8-81C3-7666-6293-AAC35F52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6DD80-81F3-9933-14D0-26E08F4F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CD6B-B994-D5B1-0FA5-BA087BC2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2E3040-BB77-BAF0-D2D1-92E367345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407C1-F4BD-DEF6-B041-8A2071113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71118-0F49-DB62-85D8-804B8F9B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E7BCF-5E3D-3DE9-E588-068A2A8C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C91D0-91C5-5B3B-0FA7-493CE6C1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5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04A7-D42E-0EA8-C402-297DD8922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0F0C7-C992-37B8-AFE1-164AC74E6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F942C-030C-225D-CDC6-4DA0A283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C17AD-2F0B-F16E-6F5E-392A077D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E7DE4-8725-C3DB-8468-DC10202E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0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BF033-4754-41DE-2C1D-36ECD78F8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1AEA2-87EE-ECC4-2717-016254D16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147B5-CCF0-DC71-04B3-0303C654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C5522-7AC7-78F4-FC69-5F065BE0C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D0872-4B4B-4066-C85B-913532F0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57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EFD58-534F-ECA3-184D-F107411DB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3405F-9636-26F8-2B6D-CA3EFE327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2D13-03C2-087A-64D4-0B572032A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1613-17D4-4BCD-A8B3-D789FE1083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5EA4B-4AB2-E5AD-5144-904B2150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24F1F-6152-6E54-9D34-991C1D775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FD985-5D08-4DF1-9A72-E196DD69C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794BF3-D08E-543F-B597-CAA12586E0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4912"/>
            <a:ext cx="6340839" cy="6723088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DD6CD8-1B5C-A973-CEFC-06B65383C3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839" y="0"/>
            <a:ext cx="5851162" cy="6857999"/>
          </a:xfrm>
        </p:spPr>
      </p:pic>
    </p:spTree>
    <p:extLst>
      <p:ext uri="{BB962C8B-B14F-4D97-AF65-F5344CB8AC3E}">
        <p14:creationId xmlns:p14="http://schemas.microsoft.com/office/powerpoint/2010/main" val="4216370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 BAME</dc:creator>
  <cp:lastModifiedBy>KUM BAME</cp:lastModifiedBy>
  <cp:revision>1</cp:revision>
  <dcterms:created xsi:type="dcterms:W3CDTF">2026-02-09T10:35:05Z</dcterms:created>
  <dcterms:modified xsi:type="dcterms:W3CDTF">2026-02-09T10:35:30Z</dcterms:modified>
</cp:coreProperties>
</file>